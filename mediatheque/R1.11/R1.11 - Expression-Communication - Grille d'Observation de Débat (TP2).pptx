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002DF0-99F2-4014-BB0A-78FB7A504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CA1C22-C70F-4583-BB61-C1A4F2790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A4A1D4-2BF1-4FB6-A292-CE0D9F4D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50B977-391C-481D-BFA1-66CF34B9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4DE23CE-E846-4AEA-8339-12A41177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689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C18E37-39BD-41F5-80DD-AB01101C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C8449F-2542-4B04-B47F-FBB8BBFA8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251557-CB95-4450-8FA8-0F53D5001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E074A9-8124-41A2-B02A-9AF89694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914893-054D-4915-8ACE-511330205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6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BD599-7B00-4068-8DE8-CCE612B2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735378-0922-489D-AB5B-5FC7F6636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CDB9EF-F5E3-4A6C-83F7-FD2BAA83A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F99661-F495-43BE-B4DC-C7C642F1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FE37FF-74B5-4EA6-8427-B83694C6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2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5860D5-318E-40C3-8308-7A0EB7C2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4D112D-C12A-4895-837E-6B9E36BD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BD2F782-1827-4D98-B990-7FA57DB64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8F7A7D-08D3-4785-9F3F-3EE07A96D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96B425-6B40-4957-94FA-A5E7BA1B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1BC2AD4-9D3C-4A21-A0E1-BD3DCEBC6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45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70608A-F679-4D94-AE32-87F28BBC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CA84DFC-97FA-4A2C-B0EB-22E545BD7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90C7F3-1A3E-4E5E-81C9-7397190FB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692F224-AA40-4765-B4D2-3C132C725F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B46B70-7863-4B75-B9FA-77C747BEB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C071EB8-6E31-4190-948C-6FF91F58C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4A35AB2-1C33-4DBC-A270-358E03422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A319603-8051-4B6C-8F5C-5EEE2F58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70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82D6FE-A54E-4D95-B5BA-FA01C5BD5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01645B-3394-49BC-84AD-F1207A8B8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1920834-7F75-4AFB-9FEF-68302ABB3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883763D-A351-4FE0-8D27-73CCD89CE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243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B6E8696-44EA-43D5-8989-B8111280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859CCE0-0C79-427B-AEB1-C593AE2D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D3114B-354C-43C1-9374-B1F94668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96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A462AE-7CF5-4DAF-8410-9083BACA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17708-EB25-41D5-9846-95ED05F3A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F7FB73-33E8-4535-957F-3CEC9863E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C8B855-EBD0-4933-A7BD-B0FD4D6C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05F11E-FF6D-42CC-8CEA-96DD62F3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225842-DF65-40B7-A3EB-3416F416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778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A965D3-221E-4E5C-AE9C-C831FA444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038A3C3-9F44-4732-A5B4-5B969451B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D507504-FF26-47BD-AF8A-3CF4AC0356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8D5F154-4903-4D66-AAB4-2157B504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17888BA-16A9-47F3-B702-5D06098B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692132-2FC1-4F1F-8941-B2D2508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68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12943-988E-4D8F-B28F-DFA5A89F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49486F-FFD8-4997-A02A-F199B5633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6D754B-188D-463B-8B26-41061D06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C39A61-8A75-439F-9A79-AAB8E126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D093E3-FE3E-44EC-9327-6A38F419C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545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C9D459-1C17-490B-B7C2-579DFC972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CD1B26-C72A-4262-94CC-38C5CFDFC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75860D-889B-414F-B5B0-DF1631178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F43C57-9B6D-45FB-AF12-04659D1F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D23A9A-FDE7-4CC3-9A29-06B7EDF2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369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86D5C56-ABE5-47FD-8613-7EFACB71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73F8375-DC71-40B3-B669-1E6B3D24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BEE68-D79A-45A0-8A11-83C17A00A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16E0A-049F-43F0-826B-37681D04CA00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869D2B-E860-4A3B-BC79-92B5514DA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CFCCDE-D68F-486A-8233-D09BE5763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2C6773-D39C-475A-817B-6467B6BFDE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380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DF9F7-6E97-85A6-5BAC-85F1C190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Grille </a:t>
            </a:r>
            <a:r>
              <a:rPr lang="fr-FR"/>
              <a:t>de l’observateur TP2 R1.11</a:t>
            </a:r>
            <a:endParaRPr lang="fr-FR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45F5AA2-91C6-AD9D-46CB-FA1BFC369BB2}"/>
              </a:ext>
            </a:extLst>
          </p:cNvPr>
          <p:cNvGraphicFramePr>
            <a:graphicFrameLocks noGrp="1"/>
          </p:cNvGraphicFramePr>
          <p:nvPr/>
        </p:nvGraphicFramePr>
        <p:xfrm>
          <a:off x="978705" y="1901142"/>
          <a:ext cx="8813478" cy="39209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937826">
                  <a:extLst>
                    <a:ext uri="{9D8B030D-6E8A-4147-A177-3AD203B41FA5}">
                      <a16:colId xmlns:a16="http://schemas.microsoft.com/office/drawing/2014/main" val="2586393375"/>
                    </a:ext>
                  </a:extLst>
                </a:gridCol>
                <a:gridCol w="2937826">
                  <a:extLst>
                    <a:ext uri="{9D8B030D-6E8A-4147-A177-3AD203B41FA5}">
                      <a16:colId xmlns:a16="http://schemas.microsoft.com/office/drawing/2014/main" val="3475729171"/>
                    </a:ext>
                  </a:extLst>
                </a:gridCol>
                <a:gridCol w="2937826">
                  <a:extLst>
                    <a:ext uri="{9D8B030D-6E8A-4147-A177-3AD203B41FA5}">
                      <a16:colId xmlns:a16="http://schemas.microsoft.com/office/drawing/2014/main" val="923221203"/>
                    </a:ext>
                  </a:extLst>
                </a:gridCol>
              </a:tblGrid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Critère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646348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Message clair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410679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Regard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41142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68313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Ton adapté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307033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Débit maîtrisé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924320"/>
                  </a:ext>
                </a:extLst>
              </a:tr>
              <a:tr h="449337">
                <a:tc>
                  <a:txBody>
                    <a:bodyPr/>
                    <a:lstStyle/>
                    <a:p>
                      <a:r>
                        <a:rPr lang="fr-FR" dirty="0"/>
                        <a:t>Solution proposée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897838"/>
                  </a:ext>
                </a:extLst>
              </a:tr>
              <a:tr h="775567">
                <a:tc>
                  <a:txBody>
                    <a:bodyPr/>
                    <a:lstStyle/>
                    <a:p>
                      <a:r>
                        <a:rPr lang="fr-FR" dirty="0"/>
                        <a:t>Le client semble-t-il rassuré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977806"/>
                  </a:ext>
                </a:extLst>
              </a:tr>
            </a:tbl>
          </a:graphicData>
        </a:graphic>
      </p:graphicFrame>
      <p:pic>
        <p:nvPicPr>
          <p:cNvPr id="10" name="Image 9" descr="Images sur Observation icon : Téléchargement gratuit sur Magnific  (anciennement Freepik)">
            <a:extLst>
              <a:ext uri="{FF2B5EF4-FFF2-40B4-BE49-F238E27FC236}">
                <a16:creationId xmlns:a16="http://schemas.microsoft.com/office/drawing/2014/main" id="{C36A6007-F10F-8CAA-C1F8-19E2BDA0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5802" y="79505"/>
            <a:ext cx="1896801" cy="189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324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Grand écran</PresentationFormat>
  <Paragraphs>11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Grille de l’observateur TP2 R1.11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Grille de l’observateur TP2 R1.11</dc:title>
  <dc:creator>Samuel Au-Duong</dc:creator>
  <cp:lastModifiedBy>Samuel Au-Duong</cp:lastModifiedBy>
  <cp:revision>1</cp:revision>
  <dcterms:created xsi:type="dcterms:W3CDTF">2026-09-21T09:18:27Z</dcterms:created>
  <dcterms:modified xsi:type="dcterms:W3CDTF">2026-09-21T09:18:41Z</dcterms:modified>
</cp:coreProperties>
</file>